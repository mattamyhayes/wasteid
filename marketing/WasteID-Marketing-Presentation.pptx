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wastei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2743200" cy="6270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109728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Hazardous Waste Process Simplification</a:t>
            </a:r>
          </a:p>
          <a:p>
            <a:pPr>
              <a:defRPr sz="2200"/>
            </a:pPr>
            <a:r>
              <a:t>WasteID one-platform workflow from SDS intake to final disposal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Process Friction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handoffs and disconnected systems slow down hazardous waste workflows.</a:t>
            </a:r>
          </a:p>
          <a:p>
            <a:r>
              <a:t>Repeated data entry across profiling and manifesting steps</a:t>
            </a:r>
          </a:p>
          <a:p>
            <a:r>
              <a:t>Delays caused by inconsistent profile quality</a:t>
            </a:r>
          </a:p>
          <a:p>
            <a:r>
              <a:t>Limited visibility across generators, brokers, shippers, and disposal facilities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WasteID Platform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connected process that simplifies each step in the waste lifecycle.</a:t>
            </a:r>
          </a:p>
          <a:p>
            <a:r>
              <a:t>Automated SDS import and hazardous waste determination support</a:t>
            </a:r>
          </a:p>
          <a:p>
            <a:r>
              <a:t>Unified profile management for all participants</a:t>
            </a:r>
          </a:p>
          <a:p>
            <a:r>
              <a:t>Manifest automation and marketplace coordination in one 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by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Generators, brokers, shippers, and incinerators each gain faster, cleaner workflows.</a:t>
            </a:r>
          </a:p>
          <a:p>
            <a:r>
              <a:t>Generators: faster profile creation with less manual effort</a:t>
            </a:r>
          </a:p>
          <a:p>
            <a:r>
              <a:t>Brokers: standardized outputs and simpler coordination</a:t>
            </a:r>
          </a:p>
          <a:p>
            <a:r>
              <a:t>Shippers: fewer manifest errors and faster prep</a:t>
            </a:r>
          </a:p>
          <a:p>
            <a:r>
              <a:t>Incinerators: quicker evaluation of incoming streams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Schedule a WasteID demo to simplify your current process.</a:t>
            </a:r>
          </a:p>
          <a:p>
            <a:r>
              <a:t>Map your existing workflow in a guided walkthrough</a:t>
            </a:r>
          </a:p>
          <a:p>
            <a:r>
              <a:t>Identify quick wins to reduce delays and rework</a:t>
            </a:r>
          </a:p>
          <a:p>
            <a:r>
              <a:t>Align teams around one streamlined operating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